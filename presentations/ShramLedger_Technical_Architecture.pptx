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ENGINEERING DEEP-DIVE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Under the Hood of ShramLedger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Fullstack Architecture, Cryptographic Engines, Component Hierarchy &amp; Production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FastAPI • Python 3.10+ • React 19 • Vite • Tailwind CSS v4 • SHA-256 Merkle DAG • 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ARCHITECTURE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End-to-End Fullstack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Decoupled client-server architecture with cryptographic consensus and resilient failover.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Frontend Layer (React 19 SPA)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Vite 8 build toolchain with instant HMR and optimized Rolldown bundling.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Tailwind CSS v4 with custom cyber-banking design tokens &amp; glassmorphism.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Dynamic API service layer with automated mock fallback for high availability.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Web Speech API for audio recording + jsPDF for client-side document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Backend Layer (FastAPI Python)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High-performance asynchronous REST API built with FastAPI &amp; Uvicorn.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Pydantic v2 schemas providing strict type enforcement and request validation.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Modular domain engines: LedgerEngine, CreditScorer, OCREngine, FraudDetector.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Lifespan context manager syncing in-memory cache with relational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Data &amp; Ledger Layer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SQLAlchemy 2.0 ORM with lightweight auto-migration for zero-downtime schemas.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Dual-engine support: SQLite for instant local dev &amp; PostgreSQL for enterprise.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Cryptographic SHA-256 Merkle DAG engine generating tamper-evident root hashes.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Append-only immutable audit log tracking every user consent &amp; administrative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Core Technologies, Languages &amp; Libraries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Carefully selected modern stack optimizing developer velocity, execution speed, and security.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Languages &amp; Runtimes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JavaScript / JSX (ES2024): Frontend UI logic, state reactive pipelines.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Python 3.10+: Backend business logic, cryptographic math, OCR processing.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SQL: Relational database queries, indexed foreign keys, audit persistence.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HTML5 / CSS3: Semantic layout, responsive glassmorphic cards, CSS animations.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Frontend Libraries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React 19 &amp; React-DOM: Concurrent rendering and modern state hooks.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Tailwind CSS v4 (@tailwindcss/vite): Zero-runtime utility styling.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Lucide React: Iconography for all dashboard controls and status flags.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Canvas Confetti: Delightful micro-interaction on verified milestones.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QRCode.react: Dynamic generation of scannable credential QR codes.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jsPDF &amp; HTML2Canvas: Instant PDF certificate rendering in-browser.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Backend Libraries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FastAPI &amp; Uvicorn: Async ASGI web framework &amp; high-throughput server.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SQLAlchemy: Enterprise ORM supporting SQLite and PostgreSQL.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Pydantic v2: Fast C-based data validation and DTO serialization.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Cryptography (PyCA): SHA-256 and HMAC cryptographic primitives.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Pillow (PIL): Image normalization, contrast enhancement for OCR chits.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pytest &amp; httpx: Comprehensive unit and integration test suites.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FRONTEND COMPONENT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Decomposition of All 19 React Components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Component-driven design organized into Portals, Visualizers, Ingestion Engines, and Modals.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011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1. Core &amp; Navigation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App.jsx: Root coordinator, global state, keyboard shortcuts.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LandingPage.jsx: High-converting hero, stats counter, role switches.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Navbar.jsx: Multi-tenant role tabs, language switcher, brand header.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CommandPaletteModal.jsx: Global Spotlight search (Ctrl+K / Cmd+K).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783080"/>
            <a:ext cx="2011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2. Institutional Portals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EmployerPortal.jsx: Contractor approvals, muster rolls, wage payouts.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LenderPortal.jsx: NBFC underwriting console, API keys, policy rules.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NgoGovPortal.jsx: Welfare analytics, BOCW cess compliance monitor.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AdminFraudDashboard.jsx: Outlier radar, dispute handling, audit logs.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PublicVerifier.jsx: Universal QR code and Merkle root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688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2011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3. Worker &amp; Visualizers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ShramScoreCard.jsx: 300-900 score gauge, metric breakdown radar.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LedgerTimeline.jsx: Immutable entry cards with cryptographic stamps.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IncomeCertificate.jsx: Tamper-proof certificate with QR and PDF export.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SchemeMatcher.jsx: Government welfare scheme qualification engine.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MerkleDagVisualizer.jsx: Interactive Merkle tree graph &amp; tamper sandbox.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468880" cy="73152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783080"/>
            <a:ext cx="2011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4. Ingestion &amp; Modals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VoiceLogger.jsx: Web Speech API recorder, audio wave, NLP extraction.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DocumentScanner.jsx: OCR image upload, canvas crop, chit parsing.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AddEntryModal.jsx: Manual wage form with minimum wage validation.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OnboardingModal.jsx: DPDP consent onboarding with OTP validation.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ContractorEndorseModal.jsx: Quick OTP approval modal for employers.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CommercialQuoteModal.jsx: B2B enterprise tier pricing estimator.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FRONTEND STATE &amp; LOCALIZATION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Centralized State, Keyboard Control &amp; 5-Language i18n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Engineered for accessibility across linguistic and demographic divides.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Reactive State &amp; Event Handling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Selected Worker State: Switching workers automatically recalculates scores and schemes.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View Mode Routing: Instantly switch between Worker, Employer, Lender, NGO, Admin, Verifier.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Global Command Palette (Ctrl+K): Quick navigation across workers, portals, and settings.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Optimistic UI Updates: Immediate visual feedback on wage entry addition or endorsement.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Multilingual Localization (i18n)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Dictionary-based locale provider (TRANSLATIONS in locales.js).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Supported Languages: Hindi (हिन्दी), English, Marathi (मराठी), Bengali (বাংলা), Telugu (తెలుగు).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Contextual terminology: Uses cultural terms like 'राजमिस्त्री' (Mason), 'मजदूरी' (Wage).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Responsive font loading: Integrates Google Noto Sans Devanagari for crisp Indic rendering.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API RESILIENCE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API Service Layer: Dynamic Base URL &amp; Fallback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Ensuring zero-downtime demonstration on static cloud hosting (Vercel).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Decoupled Environment Resolution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Dynamic Base URL: import.meta.env.VITE_API_BASE_URL || '/api'.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Automatically adapts: Uses localhost proxy in dev, Render/Railway in prod.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Request Timeout Guard: AbortController with 6000ms timeout prevents hanging requests.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Clean error serialization: Intercepts non-200 responses and extracts JSON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Resilient Client-Side Fallback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safeFetch(url, options, fallbackValue) abstraction handles network disconnects.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Rich Institutional Fallback Dataset (mockData.js): Ramesh Kumar, Sunita Devi, Vikram Singh.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Guarantees that visiting the Vercel URL displays a 100% functional, interactive experience.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Simulates API creation, OTP sending, and tamper testing seamlessly on client side.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BACKEND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FastAPI Service Layer &amp; SQLAlchemy Relational Models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Enterprise schema design with automated seeding and self-healing migrations.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FastAPI Endpoints &amp; Routing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/workers &amp; /workers/{id}: Worker profiles, trade categorization, and history.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/entries/{worker_id}: Wage micro-attestation creation and tombstone archival.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/score/{worker_id}: Dynamic computation of the 300-900 ShramScore.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/v1/workers/{id}/income-summary: DPDP consent-gated underwriting API for NBFCs.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/employer/action: Cryptographic employer endorsement with phone OTP.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/admin/fraud-alerts: Outlier wage detection and dispute resolution queues.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Database Relational Schema (db_models.py)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Worker &amp; WorkerProfile: Identity, masked Aadhaar/UAN, primary trade.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WorkEntry: Daily wage records, hours, location, evidence type, SHA-256 hash.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Employer &amp; Contractor: Corporate profiles, authorized phone numbers, tax IDs.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ConsentRecord: DPDP purpose, granted timestamp, TTL expiration, revocation state.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AuditLog: Immutable append-only log of every credential verification and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CRYPTOGRAPHIC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Merkle Tree Math &amp; Implementation (ledger.py)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Building tamper-evident integrity from mathematical first principles.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Recursive Merkle Tree Construction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1. Leaf Hashing: For each entry e in entries: h = SHA-256(canonical_json(e)).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2. Level Pairing: For i in 0..len(nodes) step 2: parent = SHA-256(nodes[i] + nodes[i+1]).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3. Odd Node Handling: If count is odd, the last leaf node is duplicated to balance the tree.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4. Root Convergence: Process repeats recursively until a single 64-character root remains.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Proof of Inclusion &amp; Audit Paths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Audit Path Generation: Extracts co-hashes required to reconstruct root from any leaf.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Verification Complexity: O(log N) operations (a tree with 1,024 entries needs only 10 hashes).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Deterministic Serialization: Ensures identical hash calculation across Python and JavaScript.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Zero Trust: Lenders can verify authenticity locally without trusting the ShramLedger server.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MULTIMODAL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Indic Speech NLP &amp; OCR Document Pipeline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Bridging physical paper slips and spoken dialects into structured digital records.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IndicSpeechNLPEngine (speech_nlp_engine.py)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Multi-Dialect Phonetic Matching: Accommodates regional Hindi, Bhojpuri, and Hinglish.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Slot Filling &amp; Named Entity Recognition: Identifies wage numbers, hours worked, and contractors.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Regex Rule Fallback: Extracts currency patterns (₹, Rs, rupaye, hazar).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Confidence Scoring: Weighs phonetic clarity and acoustic completeness (0-100 scale).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OCREngine (ocr_engine.py)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Image Preprocessing: Pillow contrast enhancement, grayscale normalization, and thresholding.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Chit Parsing Heuristics: Scans for contractor headers, dates, and currency symbols.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UPI Screenshot Matcher: Detects 12-digit UPI reference numbers and transaction status.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Evidence Strength Scoring: Classifies evidence into Platinum, Gold, Silver, or Bronze.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ALGORITHMIC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ShramScore Formula &amp; Fraud Detection Engine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Mathematical rigor ensuring bank-grade risk assessment and fraud resistance.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CreditScorer Mathematical Formulation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Score = 300 + 600 * (0.25*C_wage + 0.25*C_work + 0.20*E_endorse + 0.15*D_trail + 0.15*S_evidence)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Wage Consistency (C_wage): 1 - min(1, std_dev(wages) / mean(wages)).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Work Continuity (C_work): min(1, verified_days_in_last_90 / 66).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Income Projection: Kernel density estimation with 95% confidence interval.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FraudDetector Anomaly Rules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Statistical Wage Dispersion: Flags claims &gt; 2.5 standard deviations from trade mean.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Duplicate Punch Check: Identifies overlapping work entries across different contractors.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Ghost Contractor Detection: Flags contractors who endorse 100+ workers with 0 tax IDs.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Automated Dispute Escalation: Pushes suspicious entries to Admin Audit queue.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PRODUCTION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Vercel Deployment, Bundling &amp; Edge Network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Sub-second global performance with bank-grade security headers.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Vite Bundling &amp; Rolldown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Total production bundle built in 407ms with tree-shaking.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Code splitting generates optimized chunks for core vendor libraries.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Zero-runtime Tailwind CSS v4 compiles directly into single 108KB CSS bundle.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vercel.json Configuration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SPA Rewrite: Directs all unmatched routes to index.html for client routing.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Security Headers: X-Content-Type-Options: nosniff to prevent MIME sniffing.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Clickjacking Protection: X-Frame-Options: DENY protects worker data.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XSS Protection: Injects X-XSS-Protection: 1; mode=block.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Global Edge Delivery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Deployed to Vercel Global Edge Network with automatic HTTPS certificates.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Dual production domains: frontend-eureka-b5b5.vercel.app &amp; frontend-nine-alpha-59.vercel.app.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SSO deployment protection disabled for unrestricted public accessibility.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Next Phase: Web3, Offline PWA &amp; India Stack Integration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Scaling from institutional platform to national sovereign infrastructure.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Decentralized Nodes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Federate Merkle root consensus across State Labor Boards and PSU Banks.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Anchor daily root hashes to public L1/L2 blockchains (Polygon / Ethereum).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Zero-knowledge proof SNARKs for zero-disclosure credit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Offline-First PWA &amp; SMS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Progressive Web App with IndexedDB sync for zero-connectivity rural areas.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Feature phone USSD / SMS gateway for workers without smartphones (*99# format).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Local Bluetooth mesh sync between workers and site contractors.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India Stack Deep Integration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Aadhaar e-KYC &amp; DigiLocker direct credential issuance.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Account Aggregator (AA) framework integration with Sahamati ecosystem.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•  OCEN (Open Credit Enablement Network) protocol adaptor for 1-click bank loans.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