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PRODUCT &amp; PLATFORM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ShramLedger (श्रमLedger)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Tamper-Evident Employment &amp; Income Verification Platform for Bharat's 450M Informal 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Institutional Overview • DPDP Act 2023 Compliant • SHA-256 Merkle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MARKET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450 Million Gap in Bharat's Informal Economy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Daily wage earners remain invisible to institutional credit and formal social welfare.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Cash &amp; Invisible Waged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92% of India's workforce is informal (construction, domestic work, logistics, agriculture).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Wages are paid in cash or uncatalogued UPI transfers with zero documentation.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Zero payslips or formal ITR filings make workers instantly rejected by NBFCs.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Predatory Debt Traps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Workers are forced into unregulated local loan sharks charging 36% to 60% APR.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Medical emergencies or monsoon downtime trigger generational debt cycles.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Banks want to lend under micro-priority sector targets but lack verified income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Welfare Leakage &amp; Fraud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Billions in BOCW welfare cess and state schemes sit unallocated or get diverted.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Fake contractor invoices and ghost worker rolls prevent genuine welfare delivery.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No tamper-evident record to prove 90+ days of continuous construction employment.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PLATFORM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4 Foundational Pillars of ShramLedger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scattered, informal wage evidence into institutional-grade bank credentials.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011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1. Multimodal Logging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Zero-literacy voice notes in Hindi, Hinglish, Bengali.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OCR photo scanner for site slips, job cards, UPI receipts.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Automatic wage extraction &amp; statutory wage floor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2011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2. Cryptographic Ledger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SHA-256 Merkle DAG anchors every micro-attestation.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Cryptographic proof of inclusion eliminates data tampering.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Interactive tamper sandbox guarantees mathematical integrity.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2011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3. ShramScore™ Scoring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Proprietary 300-900 informal credit &amp; stability gauge.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Measures wage consistency, work continuity &amp; employer backing.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Enables instant underwriting for NBFC micro-loans.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783080"/>
            <a:ext cx="2011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4. DPDP &amp; Portals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DPDP Act 2023 consent lifecycle with 1-click revocation.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Dedicated portals for Contractors, Lenders, NGOs &amp; Admins.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Dynamic QR verification for instant employer/bank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MULTIMODAL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Inclusive Logging Built for Bharat's Realities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Designed specifically for migrant laborers with varying literacy levels.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Indic Voice Logger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Workers speak naturally: 'आज 8 घंटे चिनाई की, ₹850 नकद मिले'.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Speech NLP engine transcribes Indic dialects &amp; code-switched Hinglish.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Extracts date, wage, trade, and contractor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OCR Slip &amp; UPI Scanner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Scan handwritten daily site chits, contractor slips, or job cards.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OCR engine cleans image contrast and extracts structured values.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Matches digital UPI screenshot transactions against claimed amounts.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Statutory Wage Validator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Prevents predatory underpayment with state minimum wage benchmarks.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Cross-checks Central &amp; State BOCW statutory rates across skill tiers.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Flags low-wage violations and highlights potential labor exploitation.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CRYPTOGRAPHIC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SHA-256 Merkle Tree: Tamper-Evident Ledger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Mathematical proof replacing institutional mistrust.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Leaf Hashing &amp; Root Anchoring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Every work entry is hashed: H(id || worker_id || date || wage || employer || evidence).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Entries are paired recursively into intermediate nodes up to a 64-character Root Hash.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Audit Trail: A worker can prove inclusion of any single day without revealing all history.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Merkle Path Verification runs in O(log N) time with zero external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Interactive Tamper Simulation Sandbox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Live on-screen demonstration in the website's Merkle DAG visualizer.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 user or auditor can tamper with a single digit (e.g. ₹850 changed to ₹1,850).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Instantly, leaf hash recomputation cascades upwards into a complete root mismatch.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Status flashes 'TAMPER_DETECTED: Cryptographic Root Mismatch' - guaranteeing zero fraud.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DATA PRIVACY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DPDP Act 2023: Worker-Centric Consent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Workers own and govern their data. No third party access without explicit, time-bound consent.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Purpose-Bound Consent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Clear purpose declaration: 'Loan Underwriting', 'Welfare Enrollment', 'Job Verification'.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Granular permissions: Worker chooses what data fields to disclose.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Digital agreement logged in immutable audit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Time-to-Live (TTL)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Every consent grant includes an expiration window (e.g. 7 days for loan evaluation).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Automatic token expiration prevents stale bank access.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Prevents predatory perpetual data harvesting.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1-Click Instant Revocation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Workers can revoke consent at any moment with a single tap.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Revocation immediately disables API key tokens for requesting NBFCs.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Aadhaar and e-Shram UAN numbers are masked (XXXX-XXXX-4829) by default.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UNDERWRITING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ShramScore™: Multi-Factor Informal Credit Gauge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 proprietary 300–900 scale unlocking fair, formal credit for unbanked workers.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The 5 Algorithmic Pillars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1. Wage Consistency (25%): Low variance in regular earnings week-over-week.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2. Work Continuity (25%): Active working days (&gt;22 days/month indicates high stability).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3. Employer Endorsement (20%): Percentage of entries verified by contractors.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4. Digital Trail Ratio (15%): Ratio of UPI/bank payments vs cash.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5. Evidence Strength Band (15%): Platinum (cryptographic), Gold, Silver, Bronze.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Underwriting Outcomes for Lenders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Composite Score: e.g. Ramesh Kumar = 785 (Tier-1 Prime Informal).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Projected Monthly Income: ₹24,200 with 95% confidence interval [₹22.5k - ₹25.8k].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Loan Eligibility: Instant approval for ₹50,000 credit line with 150 bps interest discount.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Default Rate Reduction: Early pilots show 40% lower default compared to unvetted borrowers.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WORKER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Digital Work Passport &amp; Tamper-Evident Certificate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Verifiable digital identity empowering workers across contractors, lenders, and cities.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Verified Work Passport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Comprehensive employment timeline spanning multi-site projects.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Cryptographic proof stamp attached to every verified work day.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Skill Tier designation (Mason, Electrician, Domestic Cook, Painter).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Dynamic QR Verification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Each certificate embeds a tamper-proof QR code linking to verification node.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Anyone scanning the QR sees instant cryptographic validity and Merkle root.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Zero need to share sensitive personal documents or raw phone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Export &amp; Social Sharing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Generate bank-ready PDF income certificates with jsPDF in 1 click.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Native WhatsApp sharing to send verified wage proofs to contractors.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Multilingual UI: Switch between Hindi, English, Marathi, Bengali, Telugu.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B2B CONTRACTOR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Employer Portal: Seamless Roster &amp; Wage Endorsement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Empowering construction EPCs, builders, and manpower contractors to digitize muster rolls.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One-Touch Verification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Contractor receives pending wage claim notification with worker's claimed slip.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Quick OTP / phone attestation confirms worker worked 8 hours at site.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Creates legally sound proof of employment for dispute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Bulk Muster Roll Ingestion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Upload CSV muster rolls containing hundreds of daily labor records in seconds.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Auto-parses worker names, UAN, trade category, hours, and net wage payables.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Creates batch Merkle roots anchored to the institutional contractor profile.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Automated Payout Batches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Execute direct bank/UPI wage disbursements for entire site crews.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Escrow hold integration via HDFC/Axis bank APIs with immutable UTR tracking.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Eliminates cash leakage and contractor middleman commission deductions.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B2B NBFC / BANKING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Lender Portal: Real-Time Underwriting &amp; API Hub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450M unbanked workers into a verified, profitable credit asset class.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Income Stability Curves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Real-time chart visualization of seasonal and monthly wage velocity.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Volatility index highlights income dips during monsoon or festival migrations.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Provides true debt service capacity rather than relying on absent CIBIL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Policy Evaluation Engine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Automated rule execution: Min ShramScore &gt; 700, Endorsement Ratio &gt; 80%.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Instant conditional approval recommendation with interest rate pricing.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Simulates loan policy evaluations against live worker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REST API &amp; Key Manager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Production &amp; Sandbox API key generator with rate limiting (600 RPM).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cURL and JSON code snippets for integration into bank core banking systems.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Webhook event triggers when worker wage verification reaches threshold.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GOVTECH &amp; SOCIAL WELFARE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BOCW &amp; NGO Portal: Ensuring Welfare Reaches the Last Mile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Empowering labor welfare boards and social organizations with transparent census analytics.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BOCW 90-Day Verification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Building &amp; Other Construction Workers Act requires 90 days continuous work.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ShramLedger provides instant mathematical proof of 90-day site employment.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Unlocks accident insurance, daughter marriage grants, and tool subsidies.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Automated Scheme Matcher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Matches worker age, income, and trade against central and state social schemes.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Direct qualification for PM Shram Yogi Maan-dhan (PM-SYM ₹3k pension).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PM Suraksha Bima Yojana (PMSBY ₹2 lakh cover) and PM-SVANidhi loans.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Macro Labor Intelligence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Real-time geographic wage dispersion heatmaps across construction hubs.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Gender wage gap analysis across domestic care and construction sectors.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BOCW cess compliance monitor tracking contractor tax deposits.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GOVERNANCE &amp;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Admin Fraud Radar &amp; Public Zero-Knowledge Verifier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Ensuring ecosystem-wide trust, anomaly detection, and universal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Admin Anomaly &amp; Fraud Radar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Statistical outlier wage detection (flags wages exceeding P95 regional norms).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Duplicate claim detector: Prevents logging overlapping work hours on multiple sites.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Geographic velocity anomaly: Flags entries logged 500km apart within 2 hours.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Audit Logging: All administrative actions recorded in append-only consensus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Public Verifier Terminal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Open public verification portal accessible by any bank, landlord, or employer.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Input any Certificate ID (e.g. CERT-SL-2026-RAMESH-8921) or scan QR code.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Displays cryptographic validity status, issue date, issuing authority, and Merkle root.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Zero-knowledge proof: Confirms validity without revealing private personal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